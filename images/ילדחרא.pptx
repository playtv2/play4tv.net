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40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1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007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21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5421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223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405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503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375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047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090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846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236AA7-E8D0-1242-BBD9-37689F90D986}" type="datetimeFigureOut">
              <a:rPr lang="he-IL" smtClean="0"/>
              <a:t>י'.כסלו.תשפ"ו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EAF9440-108A-A748-AF61-85400AB33B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7230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היפהפייה והיחפן - קליפ 'המנה המיוחדת של טוני'">
            <a:extLst>
              <a:ext uri="{FF2B5EF4-FFF2-40B4-BE49-F238E27FC236}">
                <a16:creationId xmlns:a16="http://schemas.microsoft.com/office/drawing/2014/main" id="{D0FFDD89-AEC3-A1C1-1C42-2D14B6E81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5" t="9091" r="27568"/>
          <a:stretch>
            <a:fillRect/>
          </a:stretch>
        </p:blipFill>
        <p:spPr bwMode="auto">
          <a:xfrm>
            <a:off x="3572540" y="0"/>
            <a:ext cx="86194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B9943969-1D1F-D349-5FA2-86EFDCC43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endParaRPr lang="he-IL" sz="4800">
              <a:solidFill>
                <a:schemeClr val="bg1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4CBA69D-D343-9A1D-F2CD-0DDF5CAE1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he-IL" sz="2000">
              <a:solidFill>
                <a:schemeClr val="bg1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419171A-50F5-7B1A-AB01-32A7DB82E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" y="41543"/>
            <a:ext cx="12191998" cy="6819632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87D523A3-4CCB-FBAC-F00B-43B4D9F10D5A}"/>
              </a:ext>
            </a:extLst>
          </p:cNvPr>
          <p:cNvSpPr/>
          <p:nvPr/>
        </p:nvSpPr>
        <p:spPr>
          <a:xfrm>
            <a:off x="10760149" y="478465"/>
            <a:ext cx="1127051" cy="643898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078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תמונה שמכילה פני אדם, לבוש, אדם, משקפי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A23143B-F439-C970-D8CF-4466CA5E8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5" r="9844"/>
          <a:stretch>
            <a:fillRect/>
          </a:stretch>
        </p:blipFill>
        <p:spPr bwMode="auto">
          <a:xfrm>
            <a:off x="0" y="10"/>
            <a:ext cx="1046602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0474229-7341-9BCE-3F8F-B8AE1C5A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631" y="813354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4724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ערכת נושא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Macintosh PowerPoint</Application>
  <PresentationFormat>מסך רחב</PresentationFormat>
  <Paragraphs>0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ניתאי ליש</dc:creator>
  <cp:lastModifiedBy>ניתאי ליש</cp:lastModifiedBy>
  <cp:revision>3</cp:revision>
  <dcterms:created xsi:type="dcterms:W3CDTF">2025-10-21T18:06:32Z</dcterms:created>
  <dcterms:modified xsi:type="dcterms:W3CDTF">2025-11-30T18:34:56Z</dcterms:modified>
</cp:coreProperties>
</file>